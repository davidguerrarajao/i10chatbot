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5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62D87-A4ED-7CD9-1CD1-EF4F8D4DEF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BF9907-C9B2-7344-53DE-EA4AEBECCC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99F0A-81D7-E3FF-36C6-5A1CF6FDF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807CB-A6F1-4C83-BA46-835FD4F9C2D5}" type="datetimeFigureOut">
              <a:rPr lang="en-GB" smtClean="0"/>
              <a:t>25/07/2025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385B6-D293-ADE6-2B08-D20FE6215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15912-931A-F5BF-1374-FAB78B92E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6AB8B-0993-408F-957E-A907A4E6EF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9544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A6822-1141-61B7-2AF1-8CDE384CB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4118B-0259-F50D-B33F-0EAC9451C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FECCC8-6E99-0FEA-4886-2A61331BA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807CB-A6F1-4C83-BA46-835FD4F9C2D5}" type="datetimeFigureOut">
              <a:rPr lang="en-GB" smtClean="0"/>
              <a:t>25/07/2025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C7A20-937A-D97B-CADD-276AE97A0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91A91-2E91-E313-5CE5-3E006FC98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6AB8B-0993-408F-957E-A907A4E6EF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7160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F7B9C-B00D-2AB5-CF60-E7CF941EF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70228F-0A79-FCBE-5176-311A2EC9FA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56D0B-5875-69E4-08B9-A7BA2A826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807CB-A6F1-4C83-BA46-835FD4F9C2D5}" type="datetimeFigureOut">
              <a:rPr lang="en-GB" smtClean="0"/>
              <a:t>25/07/2025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4CE1B-6A77-BDFB-55A3-976E9CA2F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BE584-CC53-70DA-46BB-90C165CDE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6AB8B-0993-408F-957E-A907A4E6EF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4789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237D6-801F-DF9D-B221-29CAE6F24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0B42D-3898-E0A9-801D-1DA982C325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6581EE-9C9C-9A1E-F9CF-5F8543AA42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B198BF-AA84-2484-F40A-6771004EE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807CB-A6F1-4C83-BA46-835FD4F9C2D5}" type="datetimeFigureOut">
              <a:rPr lang="en-GB" smtClean="0"/>
              <a:t>25/07/2025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2F8BB0-602D-1391-F7A5-1071ED919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97DCFA-9DBC-DA51-7D38-5140C14A2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6AB8B-0993-408F-957E-A907A4E6EF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810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1FA21-D6B8-5CB7-CC25-F0C83A1A3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35ECDB-CB50-979D-6B9C-6FDE79E863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152960-2089-B107-8FFC-12448A005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70E633-30C0-6E37-B4A1-9C422E6983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A6CD69-7B9A-4EEA-D382-ABBB82DE36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9664D8-1407-E532-37A0-6B4CDBB1A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807CB-A6F1-4C83-BA46-835FD4F9C2D5}" type="datetimeFigureOut">
              <a:rPr lang="en-GB" smtClean="0"/>
              <a:t>25/07/2025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915B99-FFFD-7E18-22E5-5D7C5BA21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EA83FD-4AB4-1662-4F18-C79404A5F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6AB8B-0993-408F-957E-A907A4E6EF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371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AF132-F933-555F-0EF8-1D8E20BE7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B385B6-5341-BC52-DD1C-40A9DB393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807CB-A6F1-4C83-BA46-835FD4F9C2D5}" type="datetimeFigureOut">
              <a:rPr lang="en-GB" smtClean="0"/>
              <a:t>25/07/2025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A080D4-221D-9D26-BCCE-C38DF0D8B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23CFEC-EB79-42C3-EF00-F022354F5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6AB8B-0993-408F-957E-A907A4E6EF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8278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48245D-5C26-ACF3-580F-95D7273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807CB-A6F1-4C83-BA46-835FD4F9C2D5}" type="datetimeFigureOut">
              <a:rPr lang="en-GB" smtClean="0"/>
              <a:t>25/07/2025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50810B-BDBD-196B-F316-69E43A555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7FC7A0-5BD3-5831-40AE-A3BE20C44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6AB8B-0993-408F-957E-A907A4E6EF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4952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E9E37-406B-0BB1-C638-1615AC06E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35352-986B-7241-0683-9B6CEC732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84A2A6-AD68-A87C-09A6-523707A58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03DDEC-8F3C-2C0E-0A8C-23B1F7E24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807CB-A6F1-4C83-BA46-835FD4F9C2D5}" type="datetimeFigureOut">
              <a:rPr lang="en-GB" smtClean="0"/>
              <a:t>25/07/2025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E8B44C-B307-E825-DF8E-8D350945D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84AD91-C528-9D28-797F-093EE1507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6AB8B-0993-408F-957E-A907A4E6EF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3440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FA6DB-98A0-89D5-DA27-CBE70BF4D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BE4370-08B3-A5D7-16D2-3BFD76CDDC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2C625C-50F1-09A0-4716-71ECD03AAE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F50CF1-EA4C-4F1C-3B9D-1AF77CD02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807CB-A6F1-4C83-BA46-835FD4F9C2D5}" type="datetimeFigureOut">
              <a:rPr lang="en-GB" smtClean="0"/>
              <a:t>25/07/2025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095BDA-9D7E-25DD-B1B2-6D5D4BBF0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5012A7-335E-B908-C919-4A6CF6B37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6AB8B-0993-408F-957E-A907A4E6EF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4949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8513F-05F2-7754-BC9C-EF509C83E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12F06F-7972-4047-7DDD-696CCF627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3C517-6BDD-9B74-FB1E-E441FA714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807CB-A6F1-4C83-BA46-835FD4F9C2D5}" type="datetimeFigureOut">
              <a:rPr lang="en-GB" smtClean="0"/>
              <a:t>25/07/2025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E3D0E-C5E5-83DB-BD88-4411565DB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D5921-CFBA-8F85-EB93-1EB6FD194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6AB8B-0993-408F-957E-A907A4E6EF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0303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F63D59-091B-BBDB-25DA-F2B5D4881A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51548A-1FBC-BE0D-723E-0BAB64C488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87BFE-FDD9-B7B4-10E8-35F1D5B3E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807CB-A6F1-4C83-BA46-835FD4F9C2D5}" type="datetimeFigureOut">
              <a:rPr lang="en-GB" smtClean="0"/>
              <a:t>25/07/2025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A1E18-FAC6-BD05-D3C1-237FBED7D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F9E04-69B2-5270-C938-F6285F82A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6AB8B-0993-408F-957E-A907A4E6EF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3680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822157-FB05-50E9-1515-1BC1FBFD0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14AE8F-DCBC-0A28-77F1-E363C935D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AAF21-43F4-71E3-072D-C31EC6D360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7807CB-A6F1-4C83-BA46-835FD4F9C2D5}" type="datetimeFigureOut">
              <a:rPr lang="en-GB" smtClean="0"/>
              <a:t>25/07/2025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32DD9-2C27-8D24-59DA-8A3F53E540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55D60-D56C-0546-A998-590B522C52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B6AB8B-0993-408F-957E-A907A4E6EF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2829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8C35F2-346D-BA6C-DD79-A0FB92871F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14875"/>
            <a:ext cx="2143125" cy="21431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D63295-6EC7-8A84-66BD-7A01FC705C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062" y="4606808"/>
            <a:ext cx="2143125" cy="21431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DD86CC-7EDC-C37D-FF82-013B072127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1639" y="5286374"/>
            <a:ext cx="2914650" cy="15716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9184C6-573A-57AF-CA7B-B290B87AF5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566" y="4714873"/>
            <a:ext cx="2143125" cy="21431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55EF0DE-6CA9-1B62-8532-6EB61360435C}"/>
              </a:ext>
            </a:extLst>
          </p:cNvPr>
          <p:cNvSpPr txBox="1"/>
          <p:nvPr/>
        </p:nvSpPr>
        <p:spPr>
          <a:xfrm>
            <a:off x="88064" y="2286000"/>
            <a:ext cx="1685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Aplicação Web</a:t>
            </a:r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2151D7-6FF3-01DE-CBA9-2ECD98D6F2A4}"/>
              </a:ext>
            </a:extLst>
          </p:cNvPr>
          <p:cNvSpPr txBox="1"/>
          <p:nvPr/>
        </p:nvSpPr>
        <p:spPr>
          <a:xfrm>
            <a:off x="2443940" y="332509"/>
            <a:ext cx="69826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/>
              <a:t>Uso de Bibliotecas externas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30E220-2C0F-1507-D831-9EE7BEA7BB99}"/>
              </a:ext>
            </a:extLst>
          </p:cNvPr>
          <p:cNvSpPr txBox="1"/>
          <p:nvPr/>
        </p:nvSpPr>
        <p:spPr>
          <a:xfrm>
            <a:off x="2219499" y="2286000"/>
            <a:ext cx="2143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Filtração dos Dados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BC474A-B5AE-2BD4-EFB6-18F10CDE8AE4}"/>
              </a:ext>
            </a:extLst>
          </p:cNvPr>
          <p:cNvSpPr txBox="1"/>
          <p:nvPr/>
        </p:nvSpPr>
        <p:spPr>
          <a:xfrm>
            <a:off x="4721631" y="228600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Organização dos Dados</a:t>
            </a:r>
            <a:endParaRPr lang="en-GB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B2387A7-D862-9E40-D7DE-D0577941D1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811" y="4709941"/>
            <a:ext cx="2143125" cy="214312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E8D252F-24B1-4E21-0C18-DF96D5AE191C}"/>
              </a:ext>
            </a:extLst>
          </p:cNvPr>
          <p:cNvSpPr txBox="1"/>
          <p:nvPr/>
        </p:nvSpPr>
        <p:spPr>
          <a:xfrm>
            <a:off x="9960812" y="2286000"/>
            <a:ext cx="2143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Processamento de IA</a:t>
            </a:r>
            <a:endParaRPr lang="en-GB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08756C-B4B2-6F98-7567-F5BC8C067CC7}"/>
              </a:ext>
            </a:extLst>
          </p:cNvPr>
          <p:cNvSpPr txBox="1"/>
          <p:nvPr/>
        </p:nvSpPr>
        <p:spPr>
          <a:xfrm>
            <a:off x="7306889" y="2286000"/>
            <a:ext cx="2402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Aplicação Matemática</a:t>
            </a:r>
            <a:endParaRPr lang="en-GB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8B59AA2-BA4D-71A6-D04E-7D19165DE1A5}"/>
              </a:ext>
            </a:extLst>
          </p:cNvPr>
          <p:cNvCxnSpPr>
            <a:stCxn id="3" idx="0"/>
            <a:endCxn id="10" idx="2"/>
          </p:cNvCxnSpPr>
          <p:nvPr/>
        </p:nvCxnSpPr>
        <p:spPr>
          <a:xfrm flipH="1" flipV="1">
            <a:off x="931027" y="2655332"/>
            <a:ext cx="140536" cy="20595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FD7387C-72D9-B26B-AFF0-19F59357E27E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3067396" y="2655332"/>
            <a:ext cx="223666" cy="26310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8AEBEB8-3624-DA58-6818-8C448C918306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5499129" y="2655332"/>
            <a:ext cx="0" cy="20595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42BB387-F5E2-FAA8-C35A-F20FD75BA5E0}"/>
              </a:ext>
            </a:extLst>
          </p:cNvPr>
          <p:cNvCxnSpPr>
            <a:cxnSpLocks/>
          </p:cNvCxnSpPr>
          <p:nvPr/>
        </p:nvCxnSpPr>
        <p:spPr>
          <a:xfrm flipV="1">
            <a:off x="3466407" y="2655332"/>
            <a:ext cx="1554480" cy="26310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F9D5B43-8882-4DA3-A3D3-D15CD4577A09}"/>
              </a:ext>
            </a:extLst>
          </p:cNvPr>
          <p:cNvCxnSpPr>
            <a:cxnSpLocks/>
            <a:stCxn id="7" idx="0"/>
            <a:endCxn id="20" idx="2"/>
          </p:cNvCxnSpPr>
          <p:nvPr/>
        </p:nvCxnSpPr>
        <p:spPr>
          <a:xfrm flipV="1">
            <a:off x="8318964" y="2655332"/>
            <a:ext cx="189114" cy="26310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1EFEB28-655B-181A-F632-0A364F98E42A}"/>
              </a:ext>
            </a:extLst>
          </p:cNvPr>
          <p:cNvCxnSpPr>
            <a:stCxn id="17" idx="0"/>
            <a:endCxn id="19" idx="2"/>
          </p:cNvCxnSpPr>
          <p:nvPr/>
        </p:nvCxnSpPr>
        <p:spPr>
          <a:xfrm flipH="1" flipV="1">
            <a:off x="11032374" y="2655332"/>
            <a:ext cx="18000" cy="20546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0033EE4-BE8D-1CE7-B8E9-BD01B64DF0AB}"/>
              </a:ext>
            </a:extLst>
          </p:cNvPr>
          <p:cNvCxnSpPr/>
          <p:nvPr/>
        </p:nvCxnSpPr>
        <p:spPr>
          <a:xfrm flipH="1" flipV="1">
            <a:off x="3915295" y="2655332"/>
            <a:ext cx="3990109" cy="26310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0390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Box 97">
            <a:extLst>
              <a:ext uri="{FF2B5EF4-FFF2-40B4-BE49-F238E27FC236}">
                <a16:creationId xmlns:a16="http://schemas.microsoft.com/office/drawing/2014/main" id="{1407928C-CB48-FB29-AC96-9CBAC9D074D3}"/>
              </a:ext>
            </a:extLst>
          </p:cNvPr>
          <p:cNvSpPr txBox="1"/>
          <p:nvPr/>
        </p:nvSpPr>
        <p:spPr>
          <a:xfrm>
            <a:off x="-38097" y="3812325"/>
            <a:ext cx="17846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Usuario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4C1C4C9D-A0AA-5ADE-C0F3-6F7C8FA202D6}"/>
              </a:ext>
            </a:extLst>
          </p:cNvPr>
          <p:cNvCxnSpPr>
            <a:cxnSpLocks/>
            <a:stCxn id="98" idx="3"/>
            <a:endCxn id="103" idx="1"/>
          </p:cNvCxnSpPr>
          <p:nvPr/>
        </p:nvCxnSpPr>
        <p:spPr>
          <a:xfrm>
            <a:off x="1746587" y="4166268"/>
            <a:ext cx="1672388" cy="10100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65D6E0D6-E2AD-9011-00F6-D6CF0171991E}"/>
              </a:ext>
            </a:extLst>
          </p:cNvPr>
          <p:cNvCxnSpPr>
            <a:cxnSpLocks/>
            <a:stCxn id="98" idx="3"/>
            <a:endCxn id="115" idx="2"/>
          </p:cNvCxnSpPr>
          <p:nvPr/>
        </p:nvCxnSpPr>
        <p:spPr>
          <a:xfrm flipV="1">
            <a:off x="1746587" y="3203169"/>
            <a:ext cx="1576137" cy="9630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A48311A8-A3CE-B98F-178A-8387CABABCC0}"/>
              </a:ext>
            </a:extLst>
          </p:cNvPr>
          <p:cNvSpPr txBox="1"/>
          <p:nvPr/>
        </p:nvSpPr>
        <p:spPr>
          <a:xfrm rot="19633955">
            <a:off x="2015347" y="3393763"/>
            <a:ext cx="1195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AI Manual</a:t>
            </a:r>
            <a:endParaRPr lang="en-GB" sz="1400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60C0C086-11A6-703C-4775-E1ACD36472E4}"/>
              </a:ext>
            </a:extLst>
          </p:cNvPr>
          <p:cNvSpPr txBox="1"/>
          <p:nvPr/>
        </p:nvSpPr>
        <p:spPr>
          <a:xfrm rot="1897378">
            <a:off x="2010093" y="4465979"/>
            <a:ext cx="12913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Perguntas Frequentes</a:t>
            </a:r>
            <a:endParaRPr lang="en-GB" sz="140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B9913A6-7DAE-4E3F-CAF7-6B2D9D0C39F9}"/>
              </a:ext>
            </a:extLst>
          </p:cNvPr>
          <p:cNvSpPr txBox="1"/>
          <p:nvPr/>
        </p:nvSpPr>
        <p:spPr>
          <a:xfrm>
            <a:off x="3418975" y="4853176"/>
            <a:ext cx="10026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Analise Textual</a:t>
            </a:r>
            <a:endParaRPr lang="en-GB" dirty="0"/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753D122C-EF18-C881-A826-4B44B9BAAFEA}"/>
              </a:ext>
            </a:extLst>
          </p:cNvPr>
          <p:cNvCxnSpPr>
            <a:endCxn id="103" idx="1"/>
          </p:cNvCxnSpPr>
          <p:nvPr/>
        </p:nvCxnSpPr>
        <p:spPr>
          <a:xfrm flipV="1">
            <a:off x="2801354" y="5176342"/>
            <a:ext cx="617621" cy="5349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BC5A3DFF-8B6E-5D9D-EF71-D0FB4D5D13DD}"/>
              </a:ext>
            </a:extLst>
          </p:cNvPr>
          <p:cNvCxnSpPr>
            <a:cxnSpLocks/>
            <a:stCxn id="112" idx="3"/>
            <a:endCxn id="106" idx="1"/>
          </p:cNvCxnSpPr>
          <p:nvPr/>
        </p:nvCxnSpPr>
        <p:spPr>
          <a:xfrm flipV="1">
            <a:off x="4305301" y="4173710"/>
            <a:ext cx="1888958" cy="10026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6E0EBF04-44EC-398B-FAEF-9F0EE74D16A6}"/>
              </a:ext>
            </a:extLst>
          </p:cNvPr>
          <p:cNvSpPr/>
          <p:nvPr/>
        </p:nvSpPr>
        <p:spPr>
          <a:xfrm>
            <a:off x="6194259" y="3802345"/>
            <a:ext cx="906379" cy="7427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B10D9FBC-D9E0-3B7D-0DAB-BC7B9428EF72}"/>
              </a:ext>
            </a:extLst>
          </p:cNvPr>
          <p:cNvCxnSpPr/>
          <p:nvPr/>
        </p:nvCxnSpPr>
        <p:spPr>
          <a:xfrm>
            <a:off x="6394785" y="3898524"/>
            <a:ext cx="0" cy="2511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1A39F1AA-5FF2-2AF4-E263-AF954E6BCC7C}"/>
              </a:ext>
            </a:extLst>
          </p:cNvPr>
          <p:cNvSpPr txBox="1"/>
          <p:nvPr/>
        </p:nvSpPr>
        <p:spPr>
          <a:xfrm>
            <a:off x="6386766" y="3949593"/>
            <a:ext cx="6898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AI</a:t>
            </a:r>
            <a:endParaRPr lang="en-GB" sz="2800" dirty="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D21270D8-7F6E-1372-38A8-6B7BC2E4CD47}"/>
              </a:ext>
            </a:extLst>
          </p:cNvPr>
          <p:cNvSpPr/>
          <p:nvPr/>
        </p:nvSpPr>
        <p:spPr>
          <a:xfrm>
            <a:off x="1710491" y="5711280"/>
            <a:ext cx="1114927" cy="8341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346222F6-FACD-0034-908D-7E58785F0544}"/>
              </a:ext>
            </a:extLst>
          </p:cNvPr>
          <p:cNvSpPr txBox="1"/>
          <p:nvPr/>
        </p:nvSpPr>
        <p:spPr>
          <a:xfrm>
            <a:off x="1710491" y="5711279"/>
            <a:ext cx="11149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err="1"/>
              <a:t>Database</a:t>
            </a:r>
            <a:r>
              <a:rPr lang="pt-BR" sz="1400" dirty="0"/>
              <a:t> De Perguntas Frequentes</a:t>
            </a:r>
            <a:endParaRPr lang="en-GB" sz="1400" dirty="0"/>
          </a:p>
          <a:p>
            <a:endParaRPr lang="en-GB" dirty="0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0F0EB174-DB58-CB6C-6FC4-78C2C15EB3CD}"/>
              </a:ext>
            </a:extLst>
          </p:cNvPr>
          <p:cNvSpPr/>
          <p:nvPr/>
        </p:nvSpPr>
        <p:spPr>
          <a:xfrm>
            <a:off x="3418975" y="4853176"/>
            <a:ext cx="898358" cy="64633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6B8EA7F6-4164-6BC2-9362-DEAF3C9A8A52}"/>
              </a:ext>
            </a:extLst>
          </p:cNvPr>
          <p:cNvSpPr txBox="1"/>
          <p:nvPr/>
        </p:nvSpPr>
        <p:spPr>
          <a:xfrm>
            <a:off x="3511216" y="4914731"/>
            <a:ext cx="7940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Analise Textual</a:t>
            </a:r>
            <a:endParaRPr lang="en-GB" sz="1400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ACC88077-56DB-F821-0A99-36A90D9E20CC}"/>
              </a:ext>
            </a:extLst>
          </p:cNvPr>
          <p:cNvSpPr txBox="1"/>
          <p:nvPr/>
        </p:nvSpPr>
        <p:spPr>
          <a:xfrm rot="19835383">
            <a:off x="4391596" y="4409256"/>
            <a:ext cx="19852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Respostas semelhantes a pergunta</a:t>
            </a:r>
            <a:endParaRPr lang="en-GB" sz="1100" dirty="0"/>
          </a:p>
        </p:txBody>
      </p: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1BBDF134-E37D-06A1-DD96-BF6B9E01234C}"/>
              </a:ext>
            </a:extLst>
          </p:cNvPr>
          <p:cNvCxnSpPr>
            <a:cxnSpLocks/>
            <a:stCxn id="106" idx="2"/>
            <a:endCxn id="98" idx="2"/>
          </p:cNvCxnSpPr>
          <p:nvPr/>
        </p:nvCxnSpPr>
        <p:spPr>
          <a:xfrm rot="5400000" flipH="1">
            <a:off x="3738415" y="1636041"/>
            <a:ext cx="24864" cy="5793204"/>
          </a:xfrm>
          <a:prstGeom prst="bentConnector3">
            <a:avLst>
              <a:gd name="adj1" fmla="val -917788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Oval 114">
            <a:extLst>
              <a:ext uri="{FF2B5EF4-FFF2-40B4-BE49-F238E27FC236}">
                <a16:creationId xmlns:a16="http://schemas.microsoft.com/office/drawing/2014/main" id="{6CDBC86B-A822-0574-496C-8204CA84A7C7}"/>
              </a:ext>
            </a:extLst>
          </p:cNvPr>
          <p:cNvSpPr/>
          <p:nvPr/>
        </p:nvSpPr>
        <p:spPr>
          <a:xfrm>
            <a:off x="3322724" y="2880003"/>
            <a:ext cx="898358" cy="64633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D85B7B97-EA19-EEA1-23BA-3700BE8168AF}"/>
              </a:ext>
            </a:extLst>
          </p:cNvPr>
          <p:cNvSpPr txBox="1"/>
          <p:nvPr/>
        </p:nvSpPr>
        <p:spPr>
          <a:xfrm>
            <a:off x="3414965" y="2941558"/>
            <a:ext cx="7940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Analise Textual</a:t>
            </a:r>
            <a:endParaRPr lang="en-GB" sz="1400" dirty="0"/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3AF5668F-6056-E7B2-8DD4-942B535A6956}"/>
              </a:ext>
            </a:extLst>
          </p:cNvPr>
          <p:cNvCxnSpPr>
            <a:cxnSpLocks/>
            <a:endCxn id="115" idx="2"/>
          </p:cNvCxnSpPr>
          <p:nvPr/>
        </p:nvCxnSpPr>
        <p:spPr>
          <a:xfrm>
            <a:off x="2460458" y="2679949"/>
            <a:ext cx="862266" cy="5232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Rectangle 117">
            <a:extLst>
              <a:ext uri="{FF2B5EF4-FFF2-40B4-BE49-F238E27FC236}">
                <a16:creationId xmlns:a16="http://schemas.microsoft.com/office/drawing/2014/main" id="{12ED8EAF-EE38-6D55-9B75-49DB67E22E8F}"/>
              </a:ext>
            </a:extLst>
          </p:cNvPr>
          <p:cNvSpPr/>
          <p:nvPr/>
        </p:nvSpPr>
        <p:spPr>
          <a:xfrm>
            <a:off x="1401680" y="1785546"/>
            <a:ext cx="1058778" cy="8903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AA6A7594-3861-0E6B-FD36-0FBB9681E986}"/>
              </a:ext>
            </a:extLst>
          </p:cNvPr>
          <p:cNvSpPr txBox="1"/>
          <p:nvPr/>
        </p:nvSpPr>
        <p:spPr>
          <a:xfrm>
            <a:off x="1401680" y="1785546"/>
            <a:ext cx="105877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err="1"/>
              <a:t>Database</a:t>
            </a:r>
            <a:r>
              <a:rPr lang="pt-BR" sz="1400" dirty="0"/>
              <a:t> da AI Manual</a:t>
            </a:r>
            <a:endParaRPr lang="en-GB" sz="1400" dirty="0"/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0D51E612-5E8D-19C1-9B1A-EAE1A1774E2E}"/>
              </a:ext>
            </a:extLst>
          </p:cNvPr>
          <p:cNvCxnSpPr>
            <a:cxnSpLocks/>
            <a:stCxn id="116" idx="3"/>
          </p:cNvCxnSpPr>
          <p:nvPr/>
        </p:nvCxnSpPr>
        <p:spPr>
          <a:xfrm>
            <a:off x="4209050" y="3203168"/>
            <a:ext cx="1985209" cy="970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D5648D0E-B13D-86EF-0B37-E49AB54C42D9}"/>
              </a:ext>
            </a:extLst>
          </p:cNvPr>
          <p:cNvSpPr txBox="1"/>
          <p:nvPr/>
        </p:nvSpPr>
        <p:spPr>
          <a:xfrm rot="1502443">
            <a:off x="4090743" y="3413432"/>
            <a:ext cx="19852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Respostas semelhantes a pergunta</a:t>
            </a:r>
            <a:endParaRPr lang="en-GB" sz="1100" dirty="0"/>
          </a:p>
        </p:txBody>
      </p:sp>
      <p:cxnSp>
        <p:nvCxnSpPr>
          <p:cNvPr id="122" name="Connector: Elbow 121">
            <a:extLst>
              <a:ext uri="{FF2B5EF4-FFF2-40B4-BE49-F238E27FC236}">
                <a16:creationId xmlns:a16="http://schemas.microsoft.com/office/drawing/2014/main" id="{AB13B25D-2A36-8E74-D61D-37A66C1008A9}"/>
              </a:ext>
            </a:extLst>
          </p:cNvPr>
          <p:cNvCxnSpPr>
            <a:cxnSpLocks/>
            <a:stCxn id="106" idx="0"/>
            <a:endCxn id="98" idx="0"/>
          </p:cNvCxnSpPr>
          <p:nvPr/>
        </p:nvCxnSpPr>
        <p:spPr>
          <a:xfrm rot="16200000" flipH="1" flipV="1">
            <a:off x="3745857" y="910733"/>
            <a:ext cx="9980" cy="5793204"/>
          </a:xfrm>
          <a:prstGeom prst="bentConnector3">
            <a:avLst>
              <a:gd name="adj1" fmla="val -2366933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Rectangle 136">
            <a:extLst>
              <a:ext uri="{FF2B5EF4-FFF2-40B4-BE49-F238E27FC236}">
                <a16:creationId xmlns:a16="http://schemas.microsoft.com/office/drawing/2014/main" id="{23638BC2-59F0-34BB-2053-30B4C50140DE}"/>
              </a:ext>
            </a:extLst>
          </p:cNvPr>
          <p:cNvSpPr/>
          <p:nvPr/>
        </p:nvSpPr>
        <p:spPr>
          <a:xfrm>
            <a:off x="10541268" y="2400448"/>
            <a:ext cx="1477736" cy="12164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D33CBC75-0441-AB2A-E74E-F11F0688891E}"/>
              </a:ext>
            </a:extLst>
          </p:cNvPr>
          <p:cNvSpPr/>
          <p:nvPr/>
        </p:nvSpPr>
        <p:spPr>
          <a:xfrm>
            <a:off x="10492280" y="4874226"/>
            <a:ext cx="1477736" cy="12164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CAC810BF-E70D-51BF-12B7-CCC41824DD4D}"/>
              </a:ext>
            </a:extLst>
          </p:cNvPr>
          <p:cNvCxnSpPr>
            <a:cxnSpLocks/>
            <a:stCxn id="143" idx="3"/>
            <a:endCxn id="137" idx="1"/>
          </p:cNvCxnSpPr>
          <p:nvPr/>
        </p:nvCxnSpPr>
        <p:spPr>
          <a:xfrm flipV="1">
            <a:off x="9150310" y="3008687"/>
            <a:ext cx="1390958" cy="11883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4683E348-9E60-E440-D203-38EA55F913B1}"/>
              </a:ext>
            </a:extLst>
          </p:cNvPr>
          <p:cNvCxnSpPr>
            <a:cxnSpLocks/>
            <a:stCxn id="143" idx="3"/>
            <a:endCxn id="138" idx="1"/>
          </p:cNvCxnSpPr>
          <p:nvPr/>
        </p:nvCxnSpPr>
        <p:spPr>
          <a:xfrm>
            <a:off x="9150310" y="4197045"/>
            <a:ext cx="1341970" cy="12854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5517C7A6-575D-972E-A2A9-AD37E29A1CE1}"/>
              </a:ext>
            </a:extLst>
          </p:cNvPr>
          <p:cNvSpPr txBox="1"/>
          <p:nvPr/>
        </p:nvSpPr>
        <p:spPr>
          <a:xfrm>
            <a:off x="10565762" y="2551219"/>
            <a:ext cx="14777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Database</a:t>
            </a:r>
            <a:r>
              <a:rPr lang="pt-BR" dirty="0"/>
              <a:t> De Perguntas Frequentes</a:t>
            </a:r>
            <a:endParaRPr lang="en-GB" dirty="0"/>
          </a:p>
          <a:p>
            <a:endParaRPr lang="en-GB" dirty="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C7E08AB3-3698-29F5-03B7-F0FA460547C0}"/>
              </a:ext>
            </a:extLst>
          </p:cNvPr>
          <p:cNvSpPr txBox="1"/>
          <p:nvPr/>
        </p:nvSpPr>
        <p:spPr>
          <a:xfrm>
            <a:off x="10565762" y="5086499"/>
            <a:ext cx="14287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Database</a:t>
            </a:r>
            <a:r>
              <a:rPr lang="pt-BR" dirty="0"/>
              <a:t> da AI Manual</a:t>
            </a:r>
            <a:endParaRPr lang="en-GB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B2AC21BD-096A-B7DF-5CA0-C7D6345168F8}"/>
              </a:ext>
            </a:extLst>
          </p:cNvPr>
          <p:cNvSpPr txBox="1"/>
          <p:nvPr/>
        </p:nvSpPr>
        <p:spPr>
          <a:xfrm>
            <a:off x="7444163" y="3812324"/>
            <a:ext cx="17061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/>
              <a:t>Admin</a:t>
            </a:r>
            <a:endParaRPr lang="en-GB" sz="4400" dirty="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87ACC89-4420-B657-9AAA-D3D8CC325009}"/>
              </a:ext>
            </a:extLst>
          </p:cNvPr>
          <p:cNvSpPr txBox="1"/>
          <p:nvPr/>
        </p:nvSpPr>
        <p:spPr>
          <a:xfrm>
            <a:off x="3511216" y="166255"/>
            <a:ext cx="54748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/>
              <a:t>Arquitetura do Código</a:t>
            </a:r>
            <a:endParaRPr lang="en-GB" sz="4400" dirty="0"/>
          </a:p>
        </p:txBody>
      </p:sp>
    </p:spTree>
    <p:extLst>
      <p:ext uri="{BB962C8B-B14F-4D97-AF65-F5344CB8AC3E}">
        <p14:creationId xmlns:p14="http://schemas.microsoft.com/office/powerpoint/2010/main" val="3275084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57</Words>
  <Application>Microsoft Office PowerPoint</Application>
  <PresentationFormat>Widescreen</PresentationFormat>
  <Paragraphs>21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Rajao</dc:creator>
  <cp:lastModifiedBy>Lucas Rajao</cp:lastModifiedBy>
  <cp:revision>1</cp:revision>
  <dcterms:created xsi:type="dcterms:W3CDTF">2025-07-25T14:03:02Z</dcterms:created>
  <dcterms:modified xsi:type="dcterms:W3CDTF">2025-07-25T14:59:32Z</dcterms:modified>
</cp:coreProperties>
</file>